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这一页先概述本次本地联调测试的阶段性结果，说明样本所反映的业务总体仍处于增长通道。我们重点看到三类信号：收入继续提升、增量更集中于重点区域，以及用户经营结构出现变化。基于 source_text.md 的提炼，这些结论可作为后续业务判断和资源配置的参考。</a:t>
            </a:r>
          </a:p>
          <a:p>
            <a:r>
              <a:rPr lang="zh-CN" dirty="0"/>
              <a:t>要点： 收入增长明确，区域贡献集中，用户经营从单纯拉新转向更关注结构优化。</a:t>
            </a:r>
          </a:p>
          <a:p>
            <a:r>
              <a:rPr lang="zh-CN" dirty="0"/>
              <a:t>时长： 1分20秒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过渡来看，增长的主要驱动力目前来自华东区域，这意味着区域策略正在发挥作用，但也提示增长来源相对集中。与此同时，收入同比增长18%，说明整体业务规模仍在扩张，不过新客获取成本上升，反映获客效率面临一定压力。值得关注的是，复购表现有所改善，说明留存和用户价值经营正在成为支撑增长质量的重要因素。</a:t>
            </a:r>
          </a:p>
          <a:p>
            <a:r>
              <a:rPr lang="zh-CN" dirty="0"/>
              <a:t>要点： 当前呈现“收入增长、区域集中、拉新承压、复购改善”的组合特征。</a:t>
            </a:r>
          </a:p>
          <a:p>
            <a:r>
              <a:rPr lang="zh-CN" dirty="0"/>
              <a:t>时长： 1分40秒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